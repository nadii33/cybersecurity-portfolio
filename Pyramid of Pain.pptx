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"/>
      <p:regular r:id="rId8"/>
      <p:bold r:id="rId9"/>
      <p:italic r:id="rId10"/>
      <p:boldItalic r:id="rId11"/>
    </p:embeddedFont>
    <p:embeddedFont>
      <p:font typeface="Google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-bold.fntdata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9419f719b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9419f719b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virustotal.com/gui/domain/a.sinkhole.yourtrap.com" TargetMode="External"/><Relationship Id="rId4" Type="http://schemas.openxmlformats.org/officeDocument/2006/relationships/hyperlink" Target="https://www.virustotal.com/gui/ip-address/108.177.119.1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419550"/>
            <a:ext cx="7684800" cy="9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en" sz="179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Has this file been identified as malicious? Explain why or why not.</a:t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b="1" sz="179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060100"/>
            <a:ext cx="7538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</a:rPr>
              <a:t>The file has been reported as malicious by a high amount of vendors  - 56/71 and scores -295 by the community which identifies it as malicious and it has been labeled as a threat called “trojan.flagpro”. It has contacted URLs and domains that are marked as malicious. Sandboxes have detected hijacking, injections, session cookies theft, abuse of </a:t>
            </a:r>
            <a:r>
              <a:rPr lang="en">
                <a:solidFill>
                  <a:srgbClr val="434343"/>
                </a:solidFill>
              </a:rPr>
              <a:t>elevation</a:t>
            </a:r>
            <a:r>
              <a:rPr lang="en">
                <a:solidFill>
                  <a:srgbClr val="434343"/>
                </a:solidFill>
              </a:rPr>
              <a:t> control, input capture and more. 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52400" y="399200"/>
            <a:ext cx="5417400" cy="4685400"/>
            <a:chOff x="52400" y="399200"/>
            <a:chExt cx="5417400" cy="4685400"/>
          </a:xfrm>
        </p:grpSpPr>
        <p:sp>
          <p:nvSpPr>
            <p:cNvPr id="61" name="Google Shape;61;p14"/>
            <p:cNvSpPr/>
            <p:nvPr/>
          </p:nvSpPr>
          <p:spPr>
            <a:xfrm>
              <a:off x="52400" y="399200"/>
              <a:ext cx="5417400" cy="46854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14"/>
            <p:cNvCxnSpPr/>
            <p:nvPr/>
          </p:nvCxnSpPr>
          <p:spPr>
            <a:xfrm>
              <a:off x="2174888" y="1426450"/>
              <a:ext cx="11625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14"/>
            <p:cNvCxnSpPr/>
            <p:nvPr/>
          </p:nvCxnSpPr>
          <p:spPr>
            <a:xfrm>
              <a:off x="1714500" y="2214625"/>
              <a:ext cx="20940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14"/>
            <p:cNvCxnSpPr/>
            <p:nvPr/>
          </p:nvCxnSpPr>
          <p:spPr>
            <a:xfrm>
              <a:off x="1269525" y="2976625"/>
              <a:ext cx="2970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14"/>
            <p:cNvCxnSpPr/>
            <p:nvPr/>
          </p:nvCxnSpPr>
          <p:spPr>
            <a:xfrm>
              <a:off x="903063" y="3665615"/>
              <a:ext cx="37299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14"/>
            <p:cNvCxnSpPr/>
            <p:nvPr/>
          </p:nvCxnSpPr>
          <p:spPr>
            <a:xfrm>
              <a:off x="484250" y="4351425"/>
              <a:ext cx="45417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7" name="Google Shape;67;p14"/>
          <p:cNvSpPr txBox="1"/>
          <p:nvPr/>
        </p:nvSpPr>
        <p:spPr>
          <a:xfrm>
            <a:off x="2424313" y="863775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TTPs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411226" y="1578950"/>
            <a:ext cx="805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Tools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1792100" y="2294125"/>
            <a:ext cx="1991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Network/host artifacts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1978962" y="311867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Domain names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1978962" y="37553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IP addresses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978962" y="4457425"/>
            <a:ext cx="204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Hash values</a:t>
            </a:r>
            <a:endParaRPr b="1" sz="1700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>
            <a:off x="3153750" y="108637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/>
          <p:nvPr/>
        </p:nvSpPr>
        <p:spPr>
          <a:xfrm>
            <a:off x="4848450" y="82432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Ingress tool transfer</a:t>
            </a:r>
            <a:endParaRPr sz="11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75" name="Google Shape;75;p14"/>
          <p:cNvCxnSpPr>
            <a:endCxn id="76" idx="1"/>
          </p:cNvCxnSpPr>
          <p:nvPr/>
        </p:nvCxnSpPr>
        <p:spPr>
          <a:xfrm>
            <a:off x="3578825" y="18015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4"/>
          <p:cNvSpPr/>
          <p:nvPr/>
        </p:nvSpPr>
        <p:spPr>
          <a:xfrm>
            <a:off x="5273525" y="15394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Keylogger tool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>
            <a:endCxn id="78" idx="1"/>
          </p:cNvCxnSpPr>
          <p:nvPr/>
        </p:nvCxnSpPr>
        <p:spPr>
          <a:xfrm>
            <a:off x="3986625" y="2571149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14"/>
          <p:cNvSpPr/>
          <p:nvPr/>
        </p:nvSpPr>
        <p:spPr>
          <a:xfrm>
            <a:off x="5681325" y="2309099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masquerading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" name="Google Shape;79;p14"/>
          <p:cNvCxnSpPr>
            <a:endCxn id="80" idx="1"/>
          </p:cNvCxnSpPr>
          <p:nvPr/>
        </p:nvCxnSpPr>
        <p:spPr>
          <a:xfrm>
            <a:off x="4426175" y="3274536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4"/>
          <p:cNvSpPr/>
          <p:nvPr/>
        </p:nvSpPr>
        <p:spPr>
          <a:xfrm>
            <a:off x="6120875" y="3012486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a.sinkhole.yourtrap.com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" name="Google Shape;81;p14"/>
          <p:cNvCxnSpPr>
            <a:endCxn id="82" idx="1"/>
          </p:cNvCxnSpPr>
          <p:nvPr/>
        </p:nvCxnSpPr>
        <p:spPr>
          <a:xfrm>
            <a:off x="4835525" y="3977924"/>
            <a:ext cx="16947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14"/>
          <p:cNvSpPr/>
          <p:nvPr/>
        </p:nvSpPr>
        <p:spPr>
          <a:xfrm>
            <a:off x="6530225" y="37158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108.177.119.101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" name="Google Shape;83;p14"/>
          <p:cNvCxnSpPr/>
          <p:nvPr/>
        </p:nvCxnSpPr>
        <p:spPr>
          <a:xfrm>
            <a:off x="5211175" y="4680024"/>
            <a:ext cx="16053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14"/>
          <p:cNvSpPr/>
          <p:nvPr/>
        </p:nvSpPr>
        <p:spPr>
          <a:xfrm>
            <a:off x="6816475" y="4417974"/>
            <a:ext cx="2020500" cy="525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287d612e29b71c90aa54947313810a25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